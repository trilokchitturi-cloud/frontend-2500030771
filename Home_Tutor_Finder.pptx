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Home Tutor Finder platform: a place where students and tutors meet.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problems on both sides: discovery, trust, scheduling and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sits between students and tutors and simplifies the whole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search, compare profiles, read reviews and message tutors.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Tutors stay in control of their time, pricing and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 from search to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profile gives students everything they need to choose confidently.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modules that make up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sides gain time, clarity and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Possible next steps to grow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Tutor Finder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D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students with the right tutors: nearby, qualified, and on their schedule.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852160" y="914400"/>
            <a:ext cx="2743200" cy="274320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1508760"/>
            <a:ext cx="1554480" cy="1554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1774" y="1944014"/>
            <a:ext cx="683971" cy="68397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3291840"/>
            <a:ext cx="822960" cy="822960"/>
          </a:xfrm>
          <a:prstGeom prst="ellipse">
            <a:avLst/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149" y="3522269"/>
            <a:ext cx="362102" cy="36210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863840" y="324612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666" y="3450946"/>
            <a:ext cx="321869" cy="3218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good home tutor is still scattered and uncertain.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152498"/>
            <a:ext cx="221285" cy="2212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65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discover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31343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rely on word of mouth or scattered notice boards.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7830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2011680"/>
            <a:ext cx="502920" cy="50292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298" y="2152498"/>
            <a:ext cx="221285" cy="22128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965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trust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231343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verified information on qualifications or past feedback.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3615538"/>
            <a:ext cx="221285" cy="22128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4290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schedule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77647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timings and locations takes endless back-and-forth.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754880" y="324612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83480" y="3474720"/>
            <a:ext cx="502920" cy="50292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4298" y="3615538"/>
            <a:ext cx="221285" cy="22128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0" y="34290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for tutors to grow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669280" y="377647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tutors struggle to reach students beyond their own circle.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Both Sides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42" y="200802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location, subject, or availability.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164592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0" y="1828800"/>
            <a:ext cx="640080" cy="64008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2" y="200802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3017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schedules, set fees, and chat with students.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657600" y="1828800"/>
            <a:ext cx="1828800" cy="18288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05740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74904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Tutor Finder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2971800" y="2743200"/>
            <a:ext cx="64008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  <a:headEnd type="triangle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5532120" y="2743200"/>
            <a:ext cx="64008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  <a:headEnd type="triangle"/>
            <a:tailEnd type="triangle"/>
          </a:ln>
        </p:spPr>
      </p:sp>
      <p:sp>
        <p:nvSpPr>
          <p:cNvPr id="18" name="Text 13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educational support, made simple.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for Students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570939"/>
            <a:ext cx="241402" cy="2414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719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location, subject, or availability.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439619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profiles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587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qualifications, experience, and fees.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30829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ratings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456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feedback from other students.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417697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messaging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3251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tutors before booking.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120640" y="1280160"/>
            <a:ext cx="34747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303520" y="1463040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581912"/>
            <a:ext cx="146304" cy="14630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150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Mathematics, near me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303520" y="1965960"/>
            <a:ext cx="960120" cy="274320"/>
          </a:xfrm>
          <a:prstGeom prst="roundRect">
            <a:avLst>
              <a:gd name="adj" fmla="val 33333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303520" y="1965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73368" y="1965960"/>
            <a:ext cx="960120" cy="274320"/>
          </a:xfrm>
          <a:prstGeom prst="roundRect">
            <a:avLst>
              <a:gd name="adj" fmla="val 33333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373368" y="1965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7443216" y="1965960"/>
            <a:ext cx="960120" cy="274320"/>
          </a:xfrm>
          <a:prstGeom prst="roundRect">
            <a:avLst>
              <a:gd name="adj" fmla="val 33333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443216" y="1965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303520" y="242316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F6FAF9"/>
          </a:solidFill>
          <a:ln w="12700">
            <a:solidFill>
              <a:srgbClr val="F6FAF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440680" y="2606040"/>
            <a:ext cx="502920" cy="50292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1498" y="2746858"/>
            <a:ext cx="221285" cy="22128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126480" y="2587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1: Mathematics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126480" y="2880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rating, Rs. 400/hr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303520" y="338328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F6FAF9"/>
          </a:solidFill>
          <a:ln w="12700">
            <a:solidFill>
              <a:srgbClr val="F6FAF9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440680" y="3566160"/>
            <a:ext cx="502920" cy="50292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1498" y="3706978"/>
            <a:ext cx="221285" cy="22128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126480" y="3547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2: Science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6126480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rating, Rs. 350/hr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5303520" y="44074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mockup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for Tutors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9" y="1967789"/>
            <a:ext cx="362102" cy="3621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schedules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available days and time slots, and update them anytime.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46304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66160" y="1737360"/>
            <a:ext cx="822960" cy="82296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589" y="1967789"/>
            <a:ext cx="362102" cy="3621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fees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200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hourly or monthly rates for each subject you teach.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46304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09360" y="1737360"/>
            <a:ext cx="822960" cy="82296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89" y="1967789"/>
            <a:ext cx="362102" cy="3621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touch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200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students, answer queries, and confirm sessions.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463040" y="2057400"/>
            <a:ext cx="6217920" cy="0"/>
          </a:xfrm>
          <a:prstGeom prst="line">
            <a:avLst/>
          </a:prstGeom>
          <a:noFill/>
          <a:ln w="50800">
            <a:solidFill>
              <a:srgbClr val="DDEF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554480"/>
            <a:ext cx="1005840" cy="1005840"/>
          </a:xfrm>
          <a:prstGeom prst="ellipse">
            <a:avLst/>
          </a:prstGeom>
          <a:solidFill>
            <a:srgbClr val="0B3C4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tutors by subject, location, and availability.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33065" y="1554480"/>
            <a:ext cx="1005840" cy="1005840"/>
          </a:xfrm>
          <a:prstGeom prst="ellipse">
            <a:avLst/>
          </a:prstGeom>
          <a:solidFill>
            <a:srgbClr val="F5A6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33065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621585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21585" y="3246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qualifications, fees, and reviews.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06010" y="1554480"/>
            <a:ext cx="1005840" cy="1005840"/>
          </a:xfrm>
          <a:prstGeom prst="ellipse">
            <a:avLst/>
          </a:prstGeom>
          <a:solidFill>
            <a:srgbClr val="0B3C4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601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69453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94530" y="3246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the tutor and fix a schedule.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78954" y="1554480"/>
            <a:ext cx="1005840" cy="1005840"/>
          </a:xfrm>
          <a:prstGeom prst="ellipse">
            <a:avLst/>
          </a:prstGeom>
          <a:solidFill>
            <a:srgbClr val="F5A6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954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767474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and review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767474" y="3246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sessions and share your feedback.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Tutor Profile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7490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822960" cy="822960"/>
          </a:xfrm>
          <a:prstGeom prst="ellipse">
            <a:avLst/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9" y="1830629"/>
            <a:ext cx="362102" cy="3621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Tutor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and Physics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rating, 24 reviews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97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01168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Mathematics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081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011680" y="3081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4655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011680" y="34655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500 per hour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8496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011680" y="38496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to Sat, evenings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343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1417320"/>
            <a:ext cx="548640" cy="54864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499" y="1570939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48640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education and teaching experience.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754880" y="2286000"/>
            <a:ext cx="548640" cy="54864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499" y="2439619"/>
            <a:ext cx="241402" cy="24140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486400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0" y="2587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rates set by the tutor.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4754880" y="3154680"/>
            <a:ext cx="548640" cy="54864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499" y="3308299"/>
            <a:ext cx="241402" cy="2414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48640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0" y="3456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days and time slots at a glance.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4754880" y="4023360"/>
            <a:ext cx="548640" cy="54864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8499" y="4176979"/>
            <a:ext cx="241402" cy="24140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486400" y="3977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0" y="4325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comments from past students.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Platform Modules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72768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700784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72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and login for students and tutors.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20440" y="1572768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70078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1572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subject, and availability.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3716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63640" y="1572768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700784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572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profiles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Qualifications, fees, and reviews.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0175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3218688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34670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2186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3794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slots, bookings, and reminders.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91840" y="30175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520440" y="3218688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456" y="3346704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14800" y="32186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520440" y="3794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and tutor communication.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63640" y="3218688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3346704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2186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ratings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63640" y="3794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that builds trust.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Students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finding the right tutor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qualifications and fees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reviews from other students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timings close to home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8348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Tutors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21945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reach to new students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over schedule and pricing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profile builds reputation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communication in one place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822960" cy="82296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9" y="1693469"/>
            <a:ext cx="362102" cy="3621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920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and iOS apps for on-the-go access.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0" y="1463040"/>
            <a:ext cx="822960" cy="82296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869" y="1693469"/>
            <a:ext cx="362102" cy="3621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71500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sessions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715000" y="1920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video classes for remote learning.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017520"/>
            <a:ext cx="822960" cy="82296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3247949"/>
            <a:ext cx="362102" cy="3621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fee payment and receipts.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663440" y="3017520"/>
            <a:ext cx="822960" cy="82296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869" y="3247949"/>
            <a:ext cx="362102" cy="3621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71500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571500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timely notifications.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D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Tutor Finder makes personalized education easier to find, trust, and manage.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852160" y="1188720"/>
            <a:ext cx="2743200" cy="2743200"/>
          </a:xfrm>
          <a:prstGeom prst="ellipse">
            <a:avLst/>
          </a:prstGeom>
          <a:solidFill>
            <a:srgbClr val="1B6B73"/>
          </a:solidFill>
          <a:ln w="12700">
            <a:solidFill>
              <a:srgbClr val="1B6B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0" y="1783080"/>
            <a:ext cx="1554480" cy="1554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1774" y="2218334"/>
            <a:ext cx="683971" cy="6839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Tutor Finder</dc:title>
  <dc:subject>PptxGenJS Presentation</dc:subject>
  <dc:creator>PptxGenJS</dc:creator>
  <cp:lastModifiedBy>PptxGenJS</cp:lastModifiedBy>
  <cp:revision>1</cp:revision>
  <dcterms:created xsi:type="dcterms:W3CDTF">2026-09-24T07:42:22Z</dcterms:created>
  <dcterms:modified xsi:type="dcterms:W3CDTF">2026-09-24T07:42:22Z</dcterms:modified>
</cp:coreProperties>
</file>